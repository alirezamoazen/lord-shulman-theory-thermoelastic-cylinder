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00"/>
            <a:ext cx="8229600" cy="700000"/>
          </a:xfrm>
        </p:spPr>
        <p:txBody>
          <a:bodyPr anchor="ctr"/>
          <a:lstStyle>
            <a:lvl1pPr algn="r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0000"/>
            <a:ext cx="8229600" cy="2930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830000"/>
            <a:ext cx="8229600" cy="980000"/>
          </a:xfrm>
        </p:spPr>
        <p:txBody>
          <a:bodyPr/>
          <a:lstStyle>
            <a:lvl1pPr marL="285750" indent="-285750" algn="r">
              <a:buChar char="•"/>
              <a:defRPr sz="15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0" name="Slide number text"/>
          <p:cNvSpPr txBox="1"/>
          <p:nvPr userDrawn="1"/>
        </p:nvSpPr>
        <p:spPr>
          <a:xfrm>
            <a:off x="457200" y="4850000"/>
            <a:ext cx="40000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fld id="{B6F15528-21DE-4FAA-801E-634DDDAF4B2B}" type="slidenum">
              <a:rPr lang="en-US" sz="1100">
                <a:solidFill>
                  <a:srgbClr val="7A8594"/>
                </a:solidFill>
              </a:rPr>
              <a:t>‹#›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34290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B2A41"/>
      </a:dk1>
      <a:lt1>
        <a:sysClr val="window" lastClr="FFFFFF"/>
      </a:lt1>
      <a:dk2>
        <a:srgbClr val="1F497D"/>
      </a:dk2>
      <a:lt2>
        <a:srgbClr val="EEECE1"/>
      </a:lt2>
      <a:accent1>
        <a:srgbClr val="E4572E"/>
      </a:accent1>
      <a:accent2>
        <a:srgbClr val="17A398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